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</p:sldIdLst>
  <p:sldSz cx="12601575" cy="9721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4032" userDrawn="1">
          <p15:clr>
            <a:srgbClr val="A4A3A4"/>
          </p15:clr>
        </p15:guide>
        <p15:guide id="3" orient="horz" pos="3062">
          <p15:clr>
            <a:srgbClr val="A4A3A4"/>
          </p15:clr>
        </p15:guide>
        <p15:guide id="4" pos="396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1368" y="60"/>
      </p:cViewPr>
      <p:guideLst>
        <p:guide orient="horz" pos="3024"/>
        <p:guide pos="4032"/>
        <p:guide orient="horz" pos="3062"/>
        <p:guide pos="39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5118" y="1591053"/>
            <a:ext cx="10711339" cy="3384644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5197" y="5106223"/>
            <a:ext cx="9451181" cy="2347196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060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785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796" y="2423714"/>
            <a:ext cx="10868858" cy="4044019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96" y="6505991"/>
            <a:ext cx="10868858" cy="2126654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2959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358" y="2587993"/>
            <a:ext cx="5355669" cy="61684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9548" y="2587993"/>
            <a:ext cx="5355669" cy="61684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051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999" y="517601"/>
            <a:ext cx="10868858" cy="187910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001" y="2383204"/>
            <a:ext cx="5331056" cy="1167972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8001" y="3551176"/>
            <a:ext cx="5331056" cy="52232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9549" y="2383204"/>
            <a:ext cx="5357310" cy="1167972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9549" y="3551176"/>
            <a:ext cx="5357310" cy="52232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21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237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089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001" y="648123"/>
            <a:ext cx="4064336" cy="2268432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7311" y="1399769"/>
            <a:ext cx="6379547" cy="690881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8001" y="2916555"/>
            <a:ext cx="4064336" cy="5403279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036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001" y="648123"/>
            <a:ext cx="4064336" cy="2268432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7311" y="1399769"/>
            <a:ext cx="6379547" cy="690881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8001" y="2916555"/>
            <a:ext cx="4064336" cy="5403279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8022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303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8003" y="517599"/>
            <a:ext cx="2717215" cy="823881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360" y="517599"/>
            <a:ext cx="7994124" cy="823881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556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359" y="517601"/>
            <a:ext cx="10868858" cy="1879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359" y="2587993"/>
            <a:ext cx="10868858" cy="616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358" y="9010717"/>
            <a:ext cx="2835354" cy="517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CCF02-772C-43CE-8FDC-756D5D5A481A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4272" y="9010717"/>
            <a:ext cx="4253032" cy="517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9863" y="9010717"/>
            <a:ext cx="2835354" cy="517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277BD-EFA6-4E61-9A55-529E7693889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607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19DE8D-81E8-241F-A07C-AD555A727C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4" r="779"/>
          <a:stretch/>
        </p:blipFill>
        <p:spPr>
          <a:xfrm>
            <a:off x="-10953" y="1"/>
            <a:ext cx="12600000" cy="972184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210BACD-6CFA-D767-0E2A-5F8F320356E2}"/>
              </a:ext>
            </a:extLst>
          </p:cNvPr>
          <p:cNvSpPr txBox="1"/>
          <p:nvPr/>
        </p:nvSpPr>
        <p:spPr>
          <a:xfrm>
            <a:off x="5142381" y="5193043"/>
            <a:ext cx="302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lizbeth.casarrubias@imss.gob.mx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67EA15-B9DE-60F8-D671-DD1A6957F31B}"/>
              </a:ext>
            </a:extLst>
          </p:cNvPr>
          <p:cNvSpPr txBox="1"/>
          <p:nvPr/>
        </p:nvSpPr>
        <p:spPr>
          <a:xfrm>
            <a:off x="5159343" y="6031712"/>
            <a:ext cx="2293330" cy="529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Tel: 312 313 4079</a:t>
            </a:r>
          </a:p>
          <a:p>
            <a:pPr algn="ctr"/>
            <a:endParaRPr lang="es-MX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5">
            <a:extLst>
              <a:ext uri="{FF2B5EF4-FFF2-40B4-BE49-F238E27FC236}">
                <a16:creationId xmlns:a16="http://schemas.microsoft.com/office/drawing/2014/main" id="{CB67EA15-B9DE-60F8-D671-DD1A6957F31B}"/>
              </a:ext>
            </a:extLst>
          </p:cNvPr>
          <p:cNvSpPr txBox="1"/>
          <p:nvPr/>
        </p:nvSpPr>
        <p:spPr>
          <a:xfrm>
            <a:off x="1408483" y="7755281"/>
            <a:ext cx="170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$1470 / $735</a:t>
            </a:r>
          </a:p>
        </p:txBody>
      </p:sp>
    </p:spTree>
    <p:extLst>
      <p:ext uri="{BB962C8B-B14F-4D97-AF65-F5344CB8AC3E}">
        <p14:creationId xmlns:p14="http://schemas.microsoft.com/office/powerpoint/2010/main" val="425068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39DC46-9D48-DEA9-FC38-169022B306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98" r="14098"/>
          <a:stretch>
            <a:fillRect/>
          </a:stretch>
        </p:blipFill>
        <p:spPr>
          <a:xfrm>
            <a:off x="0" y="0"/>
            <a:ext cx="12599177" cy="9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092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19</Words>
  <Application>Microsoft Office PowerPoint</Application>
  <PresentationFormat>Personalizado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Patricia PS</dc:creator>
  <cp:lastModifiedBy>Lizbeth Casarrubias Garcia</cp:lastModifiedBy>
  <cp:revision>7</cp:revision>
  <dcterms:created xsi:type="dcterms:W3CDTF">2025-10-10T01:31:12Z</dcterms:created>
  <dcterms:modified xsi:type="dcterms:W3CDTF">2026-01-08T22:29:28Z</dcterms:modified>
</cp:coreProperties>
</file>